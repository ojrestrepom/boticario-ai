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FDBA-BF59-8165-B694-611A8665B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CBAC2-BAB2-1D24-2A1F-9640E81F9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2E7D0-CA6F-4E2E-2E9A-33639CBE8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C3C2F-ADE6-E78D-E478-7C591758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42F39-CD77-C892-0F82-AC69F106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67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1DCA-7771-0FB5-B96B-8D38EE7A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9E768-C6EF-B081-7143-A05A47340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74123-2E7E-3144-7297-A1B73A6CE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6C3EA-CBD7-0BA3-28E0-DF1085CF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886DF-D02D-843F-AE07-147BDD8C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13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3A40-1FD6-54AE-A50A-FE1CB9385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6478A-5FA6-21B6-4E78-EE1D04BDD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6B771-3972-F893-9E1D-18F9F4224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8B1D0-D40E-72F7-7A09-6C871DE3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54543-D479-FD9C-46FE-85CFB223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158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ADFB-A065-2676-001E-6BAC1B78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A58E2-A88D-71B7-3B78-7D77D178B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44FEA-F166-A553-58FC-D115242B1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63ADF-68F0-5788-D234-DAEDF330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03465-24A0-289C-A3FC-FE85D50C9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19696-BFF9-F986-2409-348D19CD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5270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6879E-C1D5-3D76-BF28-D7A263BFC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C1C63-5433-34CB-4A7D-45FC2BC86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2403B-552D-3767-AAA1-D271ACFC3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49862-3DBB-C39B-07A8-DAB7CA936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98635-E6C3-91A4-D24F-804713F4A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87B018-9E30-6E8E-55BC-DFFDC06A8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8A597-69FA-64CB-EE80-22E6A2B12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F52E8-E8AD-E72C-C82C-D1238E6B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7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00CB-A29E-F25A-1AE9-4EE514A5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18D0B-19F1-A644-9130-CAC203899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03F94-DD28-042E-8171-94C08168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A459C-36B3-927A-7BA9-1624258D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173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739A0-BD35-0A43-E5F6-E7FA97A79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B0D5A-511B-ED6B-B804-5519657A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9B1B8-CB3F-8813-F991-71517D27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4894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F818-59C4-0838-36E1-EF580FCA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F4C46-A467-F7AA-F690-578E947A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82CAE-A106-0CF5-1658-81DA188F9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520F3-E2C2-219E-07D5-91D534BB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760BB-43E8-C9BE-CC91-4A50EEE97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83CAF-ED10-5EA9-7873-65F1BE40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4428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932C-8151-224F-04F6-7886332F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3621E4-69C2-BE63-2606-475D8A6A0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7F7C0-C2F7-5217-5C4F-A101E0BDC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9D3A7-8FA3-9281-A634-2B92E89C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77204-5A8D-AC6A-41EF-A159B768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C7D2D-95F8-761D-4D7F-AF05E33C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953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EA10-CED8-1395-3C80-AD5216C8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A4409-D7C5-9C53-1A37-658D91A65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1CCE2-4E34-1F41-86CA-8E65F8E5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F6E56-C6F1-9C54-2EF0-3EA5756A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09657-6086-D89F-463E-99C09982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836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84081A-C93F-D537-77FE-D84673DBA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50373-EF79-665B-0E34-65861811E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8BB35-5FA3-5F59-662C-5281E7F6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EA93F-F2DC-0CF8-320D-B6B5EAB4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72EF6-7AFC-FFD9-7E5D-463BCA7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72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4834-B209-FCDC-D623-E7EBD3D7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97792-BC7A-677A-5400-F852D860E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C64FD-ED7A-C55D-DB67-5FF527690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FFA03-999E-40B7-B245-3301364556D2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700F5-C490-4C70-C591-C0EE46338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3D91D-325E-DCAE-0D0D-BC11AAD02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0B5ED-7E46-4570-B8EC-5BE3EAB8F32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280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0D82CC-598D-BE6D-A4AC-DA5BE12E0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4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6FE6C8-E228-85F5-4D24-A4CAC4B2D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02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18445F-3B49-5C57-3531-6654B1054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7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5D2344-FE19-B8E8-8594-3119DD66D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71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546DAB-6FC9-1ED7-3AEF-612C76C82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0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799627-CB9F-B27E-7342-30BE4C099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6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23E2DE2FE0C8478D040DF87A5CBD96" ma:contentTypeVersion="16" ma:contentTypeDescription="Crear nuevo documento." ma:contentTypeScope="" ma:versionID="7a3dbd4f1f43e0507744219fcefc7cf4">
  <xsd:schema xmlns:xsd="http://www.w3.org/2001/XMLSchema" xmlns:xs="http://www.w3.org/2001/XMLSchema" xmlns:p="http://schemas.microsoft.com/office/2006/metadata/properties" xmlns:ns3="68b6dc74-3d5c-4c40-a973-81a0e0d79e6f" xmlns:ns4="9c37a2b0-9436-4e01-afb1-44bbdb2d54cb" targetNamespace="http://schemas.microsoft.com/office/2006/metadata/properties" ma:root="true" ma:fieldsID="4ec2bd48d6562e46904bedb6b646d31b" ns3:_="" ns4:_="">
    <xsd:import namespace="68b6dc74-3d5c-4c40-a973-81a0e0d79e6f"/>
    <xsd:import namespace="9c37a2b0-9436-4e01-afb1-44bbdb2d5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b6dc74-3d5c-4c40-a973-81a0e0d79e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37a2b0-9436-4e01-afb1-44bbdb2d54c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8b6dc74-3d5c-4c40-a973-81a0e0d79e6f" xsi:nil="true"/>
  </documentManagement>
</p:properties>
</file>

<file path=customXml/itemProps1.xml><?xml version="1.0" encoding="utf-8"?>
<ds:datastoreItem xmlns:ds="http://schemas.openxmlformats.org/officeDocument/2006/customXml" ds:itemID="{350C5976-9318-4D5D-B3C6-BD9F64914B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b6dc74-3d5c-4c40-a973-81a0e0d79e6f"/>
    <ds:schemaRef ds:uri="9c37a2b0-9436-4e01-afb1-44bbdb2d5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0D8482-A675-4691-B568-3BC8A3A440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1DA689-3A37-40B3-B1A0-F8BA0097DD9B}">
  <ds:schemaRefs>
    <ds:schemaRef ds:uri="http://schemas.microsoft.com/office/2006/metadata/properties"/>
    <ds:schemaRef ds:uri="http://schemas.microsoft.com/office/infopath/2007/PartnerControls"/>
    <ds:schemaRef ds:uri="68b6dc74-3d5c-4c40-a973-81a0e0d79e6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Javier Restrepo Morales</dc:creator>
  <cp:lastModifiedBy>Oscar Javier Restrepo Morales</cp:lastModifiedBy>
  <cp:revision>1</cp:revision>
  <dcterms:created xsi:type="dcterms:W3CDTF">2026-09-08T01:57:29Z</dcterms:created>
  <dcterms:modified xsi:type="dcterms:W3CDTF">2026-09-08T02:16:12Z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0x010100C423E2DE2FE0C8478D040DF87A5CBD96</vt:lpwstr>
  </property>
</Properties>
</file>